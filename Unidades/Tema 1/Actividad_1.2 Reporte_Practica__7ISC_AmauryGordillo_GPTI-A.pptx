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7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1.2 — </a:t>
            </a:r>
            <a:r>
              <a:rPr b="0" i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1</a:t>
            </a: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4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práctica se centra en la primera etapa de gestión: conocer el proyecto antes de dirigirlo.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42416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levantamiento inicial permitió identificar objetivo, alcance, entregables, herramientas, riesgos y disponibilidad de cada alumno.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información obtenida sirvió para diferenciar proyectos con avance estable, proyectos con desviaciones de alcance y proyectos con retraso real.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no consistió solo en recibir archivos: también implicó revisar, preguntar, ordenar evidencias y dejar una base clara para el seguimiento posterior.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1060704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realizó esta práctica porque cada proyecto tenía una situación distinta y no era correcto dar el mismo seguimiento a todos.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 necesario obtener información inicial para decidir qué documentos crear, qué evidencias pedir y qué riesgos atender primero.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rol de Project Manager exige convertir conversaciones, entregables y dudas en un expediente organizado, verificable y útil para tomar decisiones.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levantamiento también evitó avanzar con supuestos equivocados, especialmente en fechas, alcance, herramientas y estado real de cada simulación.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práctica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91640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86200" y="16276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Realizar el levantamiento inicial de información de tres proyectos de simulación para formalizar su seguimiento como Project Manager.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697480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2514600"/>
            <a:ext cx="73152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objetivo, alcance, entregables y responsables.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riesgos, restricciones y necesidades de acompañamiento.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la información en expedientes por alumno.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la base para actas, planes, seguimiento y control posterior.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006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892040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4828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actividad cubre la etapa inicial de los tres proyectos; no evalúa todavía el cierre final, sino la información necesaria para comenzar el control.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de levantamiento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9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1645920"/>
            <a:ext cx="24505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inicial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15910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pidió información básica del proyecto y del estado de avance.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822960" y="2633472"/>
            <a:ext cx="502920" cy="5029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26060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DFF4E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2697480"/>
            <a:ext cx="24505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respuestas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264261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identificaron datos faltantes, riesgos y dudas.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822960" y="3685032"/>
            <a:ext cx="502920" cy="5029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813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365760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46504" y="3749040"/>
            <a:ext cx="24505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Formalización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17720" y="369417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prepararon actas y planes cuando la información ya estaba clara.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822960" y="4736592"/>
            <a:ext cx="502920" cy="5029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864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470916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DFF4E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6504" y="4800600"/>
            <a:ext cx="24505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documental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17720" y="474573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organizaron evidencias, archivos, capturas y entregables por expediente.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 solicitada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5212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del proyecto y descripción general.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principal y problema que se buscaba representar.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incluido y elementos fuera del alcance.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esperados y evidencias disponibles.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previstas para desarrollar la simulación.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Fechas, disponibilidad, bloqueos y riesgos iniciales.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37960" y="1600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E8D4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84264" y="1691640"/>
            <a:ext cx="418795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usado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02552" y="26974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aceptó como suficiente una respuesta general. Cada dato debía ayudar a tomar una decisión de seguimiento.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41605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DFF4EA"/>
          </a:solidFill>
          <a:ln w="12700">
            <a:solidFill>
              <a:srgbClr val="B3DE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4264" y="4251960"/>
            <a:ext cx="418795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02552" y="52578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esa información se pudo preparar la formalización y ordenar los expedientes por alumno.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Proyectos levantados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00200"/>
            <a:ext cx="17190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70048" y="150876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600200"/>
            <a:ext cx="26334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96128" y="1508760"/>
            <a:ext cx="370332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600200"/>
            <a:ext cx="34107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simulado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299448" y="1508760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45752" y="1600200"/>
            <a:ext cx="18105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 base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213055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221992"/>
            <a:ext cx="17190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Alondra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70048" y="2130552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221992"/>
            <a:ext cx="26334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ProcesMuebles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96128" y="2130552"/>
            <a:ext cx="3703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221992"/>
            <a:ext cx="341071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Fabricación de muebles de madera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99448" y="2130552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5752" y="2221992"/>
            <a:ext cx="181051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Bizagi Modeler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2843784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935224"/>
            <a:ext cx="17190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Ángel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70048" y="2843784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2935224"/>
            <a:ext cx="26334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 Bloquera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37033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935224"/>
            <a:ext cx="341071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 de block en planta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99448" y="2843784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4575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GUI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3557016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648456"/>
            <a:ext cx="17190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Aarón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70048" y="3557016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3648456"/>
            <a:ext cx="26334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Burger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96128" y="3557016"/>
            <a:ext cx="3703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648456"/>
            <a:ext cx="341071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de clientes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99448" y="3557016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45752" y="3648456"/>
            <a:ext cx="181051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Bizagi Modeler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4400" y="480060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D7ECFA"/>
          </a:solidFill>
          <a:ln w="12700">
            <a:solidFill>
              <a:srgbClr val="9CC9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4892040"/>
            <a:ext cx="100401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tres casos permitieron practicar decisiones distintas: seguimiento normal, control de alcance y recuperación de atraso.</a:t>
            </a:r>
            <a:endParaRPr lang="en-US" sz="18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inicial por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83080"/>
            <a:ext cx="2907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Alondra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2926080" cy="1874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con avance más estable. Requería revisión de consistencia entre datos, modelo y pruebas.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DFF4E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1783080"/>
            <a:ext cx="2907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Ángel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2423160"/>
            <a:ext cx="2926080" cy="1874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con avance funcional, pero con desviación de alcance que debía corregirse antes de validar pruebas.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8321040" y="16916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4D6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1783080"/>
            <a:ext cx="2907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0" y="2423160"/>
            <a:ext cx="2926080" cy="1874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atrasado al inicio; necesitó plan de recuperación, herramienta única y seguimiento más estricto.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4983480"/>
            <a:ext cx="101315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levantamiento no arrojó el mismo nivel de riesgo en todos los casos. Esa diferencia definió el tipo de acompañamiento posterior.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Organización documental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3619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75888" y="144475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22192" y="153619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99339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8483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Levantamiento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3675888" y="199339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08483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inicial, respuestas y evidencia de información base.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658368" y="258775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67919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Formalización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3675888" y="258775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267919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Acta de inicio y evidencia de aprobación.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658368" y="318211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27355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Planificación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3675888" y="318211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327355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Cronograma, plan de trabajo o plan de recuperación.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658368" y="377647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86791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Ejecución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3675888" y="377647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386791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D1 a D8 con archivos y evidencias.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658368" y="437083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46227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Seguimiento PM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3675888" y="437083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446227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SEG, Daily Scrum, Kanban y comunicación.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658368" y="496519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056632"/>
            <a:ext cx="2724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Riesgos / cambios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3675888" y="4965192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5056632"/>
            <a:ext cx="7296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Incidencias, riesgos y decisiones correctivas.</a:t>
            </a:r>
            <a:endParaRPr lang="en-US" sz="117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del levantamiento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1248"/>
            <a:ext cx="10424160" cy="203085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identificaron los tres proyectos que serían acompañados y sus responsables.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estableció una base documental para controlar el avance de cada alumno.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detectaron riesgos tempranos: retrasos, datos incompletos, dudas sobre herramientas y desviaciones de alcance.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preparó el terreno para el uso posterior de Scrum, Kanban y documentos de control PM.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evitó trabajar solo con mensajes dispersos, convirtiendo la información inicial en expedientes organizados.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3E4CC03-0C91-1EAB-9053-64E9F48A2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6" y="3599600"/>
            <a:ext cx="3421623" cy="192410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4FE72F-BBD1-2CC7-A28B-A2286E0FD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505" y="3616553"/>
            <a:ext cx="3423231" cy="190715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9181768-1BE2-396F-AF76-B02C54EB7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127" y="3599599"/>
            <a:ext cx="3421624" cy="19241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levantamiento inicial fue la base para ordenar el acompañamiento de los tres proyectos. A partir de esta etapa se obtuvo claridad sobre qué pretendía realizar cada alumno, qué evidencias existían y qué puntos necesitaban mayor control.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mostró que el trabajo del Project Manager no termina al recibir información, sino que comienza cuando esa información se analiza y se convierte en decisiones: formalizar, planear, corregir, registrar y dar seguimiento.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información y evidencias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42416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Schwaber, K., &amp; Sutherland, J. (2020). The Scrum Guide.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Management Institute. (2021). PMBOK Guide, Seventh Edition.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Manifesto for Agile Software Development. (2001). Agile Alliance.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Expedientes internos de los proyectos: ACTA, PLAN, SEG, incidencias, entregables y evidencias de comunicación.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y archivos de trabajo generados durante el acompañamiento de Alondra, Ángel y Aarón.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958</Words>
  <Application>Microsoft Office PowerPoint</Application>
  <DocSecurity>0</DocSecurity>
  <PresentationFormat>Panorámica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-apple-system</vt:lpstr>
      <vt:lpstr>Aptos</vt:lpstr>
      <vt:lpstr>Aptos Display</vt:lpstr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rokete</cp:lastModifiedBy>
  <cp:revision>4</cp:revision>
  <dcterms:created xsi:type="dcterms:W3CDTF">2026-09-01T00:28:36Z</dcterms:created>
  <dcterms:modified xsi:type="dcterms:W3CDTF">2026-09-03T02:35:48Z</dcterms:modified>
</cp:coreProperties>
</file>